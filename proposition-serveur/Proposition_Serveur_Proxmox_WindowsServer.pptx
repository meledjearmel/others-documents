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4b35d0f-1a45-78d8-3551-54b5c4c64f43}">
          <p14:sldIdLst>
            <p14:sldId id="256"/>
            <p14:sldId id="257"/>
          </p14:sldIdLst>
        </p14:section>
        <p14:section name="Architecture" id="{44f702a3-7792-4969-58eb-27c21362a23f}">
          <p14:sldIdLst>
            <p14:sldId id="258"/>
          </p14:sldIdLst>
        </p14:section>
        <p14:section name="Chiffrage" id="{0eae6716-0788-0a06-789c-39c58114b044}">
          <p14:sldIdLst>
            <p14:sldId id="259"/>
            <p14:sldId id="260"/>
            <p14:sldId id="261"/>
            <p14:sldId id="262"/>
            <p14:sldId id="263"/>
          </p14:sldIdLst>
        </p14:section>
        <p14:section name="Bonus" id="{602681ad-17b1-d410-ed3b-14f0cfeabe1b}">
          <p14:sldIdLst>
            <p14:sldId id="264"/>
          </p14:sldIdLst>
        </p14:section>
        <p14:section name="Conclusion" id="{a982de02-e827-7c90-1884-f6959f4ef23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C6E"/>
              </a:solidFill>
              <a:effectLst/>
            </c:spPr>
          </c:dPt>
          <c:dPt>
            <c:idx val="1"/>
            <c:bubble3D val="0"/>
            <c:spPr>
              <a:solidFill>
                <a:srgbClr val="E57A2E"/>
              </a:solidFill>
              <a:effectLst/>
            </c:spPr>
          </c:dPt>
          <c:dPt>
            <c:idx val="2"/>
            <c:bubble3D val="0"/>
            <c:spPr>
              <a:solidFill>
                <a:srgbClr val="3A6B8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Matériel</c:v>
                </c:pt>
                <c:pt idx="1">
                  <c:v>Licences</c:v>
                </c:pt>
                <c:pt idx="2">
                  <c:v>Installation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4950000</c:v>
                </c:pt>
                <c:pt idx="1">
                  <c:v>2925000</c:v>
                </c:pt>
                <c:pt idx="2">
                  <c:v>1200000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Prix indicatifs HT en FCFA – octobre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infrastructure informatique clé en main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Serveur Proxmox + Windows Server pour une petite entreprise de 10 à 25 utilisateurs — et votre site web vitrine offert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vous proposons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Un serveur unique, virtualisé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423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Proxmox VE héberge tous vos services sur une seule machine robuste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828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Une administration centralisée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423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Comptes, droits, postes et imprimantes gérés depuis Windows Server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1605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Vos données protégées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800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Sauvegardes automatiques quotidiennes, onduleur, RAID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84048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41605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Votre vitrine sur le web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4800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site professionnel offert pour présenter l'entreprise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: un hôte, quatre services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Hôte physique — Proxmox VE (hyperviseur)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VM 1 · Windows Server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546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Contrôleur de domaine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Active Directory, DNS, DHCP, GPO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64992" y="237744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2560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VM 2 · Windows Server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31546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Serveur de fichiers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Partages, droits, quotas, clichés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81344" y="237744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2560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VM 3 · Windows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31546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Bureau à distance (RDS)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Applications métier, télétravail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97696" y="237744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0576" y="2560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Proxmox Backup Server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80576" y="31546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Sauvegarde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Copies quotidiennes vers NAS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Postes clients (10–25) · NAS de sauvegarde · Onduleur · Switch réseau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Matériel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832104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Poste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Prix HT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Serveur tour (Dell T360 / HPE ML110) – Xeon 8 cœurs, 64 Go RAM, 2×960 Go SSD RAID1 + 2×4 To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3 500 000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NAS de sauvegarde 2 baies + 2×4 To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650 000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Onduleur 1500 VA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450 000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Switch 24 ports gigabit + câblage / petit rack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350 000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Sous-total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4 950 000 FCFA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Licences logicielles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832104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Poste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Prix HT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Proxmox VE – souscription Community (1 an, 1 socket)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75 000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Windows Server 2025 Standard 16 cœurs ×2 (couvre 4 VM)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1 400 000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CAL utilisateur Windows Server ×20 (≈30 000 l'unité)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CAL RDS utilisateur ×10 (≈85 000 l'unité)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850 000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Sous-total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2 925 000 FCFA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Windows Server Standard autorise 2 VM par licence 16 cœurs ; les CAL sont obligatoires pour chaque utilisateur accédant au domaine.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 et mise en service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832104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Poste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Prix HT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Installation Proxmox, RAID, réseau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250 000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Déploiement AD/DNS/DHCP, GPO, intégration postes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Serveur de fichiers + RDS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Sauvegarde PBS + NAS, tests de restauration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Documentation + formation administrateur (1 jour)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100 000 FCFA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Sous-total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1 200 000 FCFA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Récapitulatif de l'investissement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1206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2179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Matériel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4 950 000 FCFA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2240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Licences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2 925 000 FCFA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Installation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1 200 000 FCFA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17920" y="3840480"/>
            <a:ext cx="539496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92240" y="3977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Total HT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9 075 000 FCFA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5257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TVA 18 % en sus : 10 708 500 FCFA TTC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Coûts récurrents (optionnels)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75 000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FCFA / an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Souscription Proxmox (mises à jour stables)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75 000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FCFA / mois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4747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Contrat de maintenance : supervision, mises à jour, assistance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828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≈ 30 000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FCFA / 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747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Nom de domaine + hébergement du site web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cadeau : votre site web vitrine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OFFERT</a:t>
            </a:r>
            <a:endParaRPr lang="en-US" sz="44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Valeur : 500 000 FCFA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55448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Site responsive (mobile, tablette, ordinateur)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5 pages : Accueil, À propos, Services, Réalisations, Contact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Formulaire de contact, carte Google Maps, WhatsApp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Référencement de base (SEO) et certificat HTTPS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Adresses e-mail professionnelles @votre-entreprise.ci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Prochaines étapes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1. Visite technique et validation du nombre d'utilisateurs   2. Signature du devis   3. Livraison et installation en 2 à 3 semaines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fra PME">
  <a:themeElements>
    <a:clrScheme name="Infra PME">
      <a:dk1>
        <a:srgbClr val="1B1F24"/>
      </a:dk1>
      <a:lt1>
        <a:srgbClr val="FFFFFF"/>
      </a:lt1>
      <a:dk2>
        <a:srgbClr val="0F3D3E"/>
      </a:dk2>
      <a:lt2>
        <a:srgbClr val="EEF4F3"/>
      </a:lt2>
      <a:accent1>
        <a:srgbClr val="0F7C6E"/>
      </a:accent1>
      <a:accent2>
        <a:srgbClr val="E57A2E"/>
      </a:accent2>
      <a:accent3>
        <a:srgbClr val="3A6B8C"/>
      </a:accent3>
      <a:accent4>
        <a:srgbClr val="8FB8AE"/>
      </a:accent4>
      <a:accent5>
        <a:srgbClr val="C9D6D3"/>
      </a:accent5>
      <a:accent6>
        <a:srgbClr val="5C6670"/>
      </a:accent6>
      <a:hlink>
        <a:srgbClr val="0F7C6E"/>
      </a:hlink>
      <a:folHlink>
        <a:srgbClr val="3A6B8C"/>
      </a:folHlink>
    </a:clrScheme>
    <a:fontScheme name="Infra P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Proposition infrastructure serveur PME</dc:title>
  <dc:subject>PptxGenJS Presentation</dc:subject>
  <dc:creator>PptxGenJS</dc:creator>
  <cp:lastModifiedBy>PptxGenJS</cp:lastModifiedBy>
  <cp:revision>1</cp:revision>
  <dcterms:created xsi:type="dcterms:W3CDTF">2026-10-28T23:49:25Z</dcterms:created>
  <dcterms:modified xsi:type="dcterms:W3CDTF">2026-10-28T23:49:25Z</dcterms:modified>
</cp:coreProperties>
</file>