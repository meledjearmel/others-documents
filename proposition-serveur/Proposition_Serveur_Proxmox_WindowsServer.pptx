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31845ff-e435-1021-e2a8-de9532888a5a}">
          <p14:sldIdLst>
            <p14:sldId id="256"/>
            <p14:sldId id="257"/>
          </p14:sldIdLst>
        </p14:section>
        <p14:section name="Architecture" id="{02fb933c-06f8-335f-cff1-22cf8cf0f4b0}">
          <p14:sldIdLst>
            <p14:sldId id="258"/>
          </p14:sldIdLst>
        </p14:section>
        <p14:section name="Chiffrage" id="{231008ae-1c29-e82b-d3a5-c8e5a55a0693}">
          <p14:sldIdLst>
            <p14:sldId id="259"/>
            <p14:sldId id="260"/>
            <p14:sldId id="261"/>
            <p14:sldId id="262"/>
            <p14:sldId id="263"/>
          </p14:sldIdLst>
        </p14:section>
        <p14:section name="Bonus" id="{d3b79514-d062-8d83-1091-922799da4130}">
          <p14:sldIdLst>
            <p14:sldId id="264"/>
          </p14:sldIdLst>
        </p14:section>
        <p14:section name="Conclusion" id="{f633fc03-2448-30ee-eb50-c648057322dc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Répartition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C6E"/>
              </a:solidFill>
              <a:effectLst/>
            </c:spPr>
          </c:dPt>
          <c:dPt>
            <c:idx val="1"/>
            <c:bubble3D val="0"/>
            <c:spPr>
              <a:solidFill>
                <a:srgbClr val="E57A2E"/>
              </a:solidFill>
              <a:effectLst/>
            </c:spPr>
          </c:dPt>
          <c:dPt>
            <c:idx val="2"/>
            <c:bubble3D val="0"/>
            <c:spPr>
              <a:solidFill>
                <a:srgbClr val="3A6B8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Matériel</c:v>
                </c:pt>
                <c:pt idx="1">
                  <c:v>Licences</c:v>
                </c:pt>
                <c:pt idx="2">
                  <c:v>Installation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2200000</c:v>
                </c:pt>
                <c:pt idx="1">
                  <c:v>1300000</c:v>
                </c:pt>
                <c:pt idx="2">
                  <c:v>750000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Prix indicatifs HT en FCFA – octobre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Votre infrastructure informatique clé en main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Serveur Proxmox + Windows Server (Active Directory, DNS, DHCP, GPO) pour une petite entreprise de 10 à 25 utilisateurs — et votre site web vitrine offert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vous proposons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83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Un serveur virtualisé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4231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Proxmox VE (gratuit) héberge Windows Server et laisse de la place pour évoluer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828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1783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Des comptes centralisés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4231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Active Directory : un compte par employé, connexion sur n'importe quel poste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1605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Des postes maîtrisés (GPO)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800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Mots de passe, mises à jour, restrictions et paramètres appliqués automatiquement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8404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41605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Une administration à distance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4800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L'administrateur gère tout depuis n'importe où, en sécurité, via Tailscale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: simple et évolutive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49808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Serveur physique — Proxmox VE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74980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560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VM · Windows Server 2025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200400"/>
            <a:ext cx="164592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337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Active Directory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Comptes et groupes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06040" y="3200400"/>
            <a:ext cx="164592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3337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DNS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Résolution des noms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89120" y="3200400"/>
            <a:ext cx="164592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80560" y="3337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DHCP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Adresses IP des postes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3200400"/>
            <a:ext cx="164592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3337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GPO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Règles sur les postes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0" y="1371600"/>
            <a:ext cx="3200400" cy="3749040"/>
          </a:xfrm>
          <a:prstGeom prst="roundRect">
            <a:avLst>
              <a:gd name="adj" fmla="val 3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41080" y="164592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Administrateur à distance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Tunnel chiffré Tailscale vers le serveur : aucun port ouvert sur Internet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Postes des employés joints au domaine (10–25)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Matériel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832104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Poste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Prix HT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Serveur tour (Dell T160 / HPE ML30) – Xeon, 32 Go RAM, 2×960 Go SSD en RAID1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2 200 000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Sous-total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2 200 000 FCFA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Onduleur fortement recommandé (≈ 300 000 FCFA). Sauvegarde et stockage : hors périmètre, à définir.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Licences logicielles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832104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Poste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Prix HT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Proxmox VE – édition gratuite (sans abonnement)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Windows Server 2025 Standard 16 cœurs ×1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CAL utilisateur Windows Server ×20 (≈30 000 l'unité)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Tailscale – offre gratuite (Personal, jusqu'à 3 utilisateurs)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Sous-total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1 300 000 FCFA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Les CAL sont obligatoires pour chaque utilisateur du domaine : leur nombre suit l'effectif réel.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 et mise en service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832104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Poste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Prix HT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Installation Proxmox VE, RAID, réseau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Windows Server : Active Directory, DNS, DHCP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250 000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Stratégies de groupe (GPO) + intégration des postes au domaine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Accès distant administrateur via Tailscale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Documentation + prise en main administrateur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Sous-total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750 000 FCFA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Récapitulatif de l'investissement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1206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21792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Matériel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2 200 000 FCFA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2240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Licences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1 300 000 FCFA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Installation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750 000 FCFA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17920" y="3840480"/>
            <a:ext cx="539496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92240" y="3977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Total HT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4 250 000 FCFA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5257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TVA 18 % en sus : 5 015 000 FCFA TTC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Coûts récurrents (optionnels)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FCFA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747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Proxmox VE et Tailscale : aucune licence annuelle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75 000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FCFA / mois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4747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Contrat de maintenance : supervision, mises à jour, assistance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≈ 30 000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FCFA / an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747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Nom de domaine + hébergement du site web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cadeau : votre site web vitrine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OFFERT</a:t>
            </a:r>
            <a:endParaRPr lang="en-US" sz="44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Valeur : 500 000 FCFA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55448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Site responsive (mobile, tablette, ordinateur)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5 pages : Accueil, À propos, Services, Réalisations, Contact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Formulaire de contact, carte Google Maps, WhatsApp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Référencement de base (SEO) et certificat HTTPS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Adresses e-mail professionnelles @votre-entreprise.ci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Prochaines étapes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1. Valider le nombre d'utilisateurs et les GPO souhaitées   2. Définir plus tard sauvegarde et stockage   3. Signature et installation en 1 à 2 semaines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fra PME">
  <a:themeElements>
    <a:clrScheme name="Infra PME">
      <a:dk1>
        <a:srgbClr val="1B1F24"/>
      </a:dk1>
      <a:lt1>
        <a:srgbClr val="FFFFFF"/>
      </a:lt1>
      <a:dk2>
        <a:srgbClr val="0F3D3E"/>
      </a:dk2>
      <a:lt2>
        <a:srgbClr val="EEF4F3"/>
      </a:lt2>
      <a:accent1>
        <a:srgbClr val="0F7C6E"/>
      </a:accent1>
      <a:accent2>
        <a:srgbClr val="E57A2E"/>
      </a:accent2>
      <a:accent3>
        <a:srgbClr val="3A6B8C"/>
      </a:accent3>
      <a:accent4>
        <a:srgbClr val="8FB8AE"/>
      </a:accent4>
      <a:accent5>
        <a:srgbClr val="C9D6D3"/>
      </a:accent5>
      <a:accent6>
        <a:srgbClr val="5C6670"/>
      </a:accent6>
      <a:hlink>
        <a:srgbClr val="0F7C6E"/>
      </a:hlink>
      <a:folHlink>
        <a:srgbClr val="3A6B8C"/>
      </a:folHlink>
    </a:clrScheme>
    <a:fontScheme name="Infra P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Proposition infrastructure serveur PME</dc:title>
  <dc:subject>PptxGenJS Presentation</dc:subject>
  <dc:creator>PptxGenJS</dc:creator>
  <cp:lastModifiedBy>PptxGenJS</cp:lastModifiedBy>
  <cp:revision>1</cp:revision>
  <dcterms:created xsi:type="dcterms:W3CDTF">2026-10-28T23:55:59Z</dcterms:created>
  <dcterms:modified xsi:type="dcterms:W3CDTF">2026-10-28T23:55:59Z</dcterms:modified>
</cp:coreProperties>
</file>